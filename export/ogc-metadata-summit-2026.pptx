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"Briefly, who is talking. I have spent more than twenty years in geospatial, on data, science and maps: spatial data infrastructures, spatial SQL, and lately the cloud-native formats. I work at CARTO in Seville, and I am one of the contributors to Portolan: the publisher CLI, catalogs, and the mirror of this province's data you will see in a few minutes. I also work on STAC extensions. Everything I show is open; the addresses are on the right and on the last slide. Find me at the demo desk in the breaks."
[Sources]
- https://github.com/cayetanobv (public profile: "Data, science &amp; maps", CARTO, Seville; repos stac-portolan-extension, stac-partition-extension, stac-osi-extension, authentication, duckdb-raquet, geoparquet-overviews)
- https://www.portolan-sdi.org/blog/introducing-portolan (named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"Why did we move at all? Because the ambition of spatial data infrastructures, INSPIRE's ambition, discoverable, interoperable, usable across borders, was right, and the experience has often been painful. For the publisher, publishing a dataset has meant deploying databases, servers, APIs and a portal, then maintaining them for years, sized for peaks, paid for whether anyone uses the data or not. For the user, finding the dataset is only the beginning: understand the service, interpret the metadata, download, reproject, clean, combine. In practice, mainly GIS specialists get through."
[Click 1]
"Three changes are now converging. Cloud-native formats changed the economics: a client reads only the bytes it needs, with its own compute, and the publisher stores the data once. Agents changed who can use the data: given structured metadata and direct access, an agent finds the authoritative sources, inspects them, runs the analysis and answers with its sources and a query you can re-run; federation without a central copy. And sovereignty became an architectural requirement: where the data lives, where queries run, which models may touch it, how easily each layer can be replaced."
[Click 2]
"All three were already under way. What was still hard was assembling them into an infrastructure a real publisher can create, operate and maintain without designing the whole architecture from scratch. That is why we joined others in building Portolan."
[Sources]
- Launch commentary, 2 September 2026: https://carto.com/blog/introducing-portolan-and-carto-sdi/ ("The ambition was right. The experience has often been painful."; "Three changes reshaping spatial data infrastructure"; "What is still difficult is assembling them into an SDI that a real data publisher can create, operate, and maintain")
- https://www.portolan-sdi.org/blog/introducing-portolan ("What Portolan makes possible", "Built for people and agents")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2026-09-03T22:46:50Z</dcterms:created>
  <dcterms:modified xsi:type="dcterms:W3CDTF">2026-09-03T22:46:50Z</dcterms:modified>
</cp:coreProperties>
</file>