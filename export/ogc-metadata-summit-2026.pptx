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
- Recording of the run: https://storage.googleapis.com/ogc-metadata-summit-bolzano-talk-media/ogc-metadata-2026-bolzano-demo-south-tyrol-agent.mp4 (public bucket in europe-west8, 19 MB, H.264, 93 s, no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mapping the result, reporting with sources. Consume is the on-ramp for someone who just wants the data in their own tools: it detects whether DuckDB, GeoPandas or rasterio is installed and shows how to read the assets with that.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skills/reading-portolan/SKILL.md (navigate, DuckDB, joins, analysis, PMTiles/MapLibre/deck.gl/Potree) and skills/portolan-consume/SKILL.md (detects DuckDB / GeoPandas / rioxarray / rasterio, then how to read GeoParquet and COG), checked 5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on the next slide,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The community lives in the #portolan channel of the Cloud-Native Geospatial Forum Slack and on the Friday call.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2026-09-05T01:13:59Z</dcterms:created>
  <dcterms:modified xsi:type="dcterms:W3CDTF">2026-09-05T01:13:59Z</dcterms:modified>
</cp:coreProperties>
</file>