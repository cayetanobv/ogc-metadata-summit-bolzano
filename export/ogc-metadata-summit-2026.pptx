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(0:30)
"Briefly, who is talking. I am Director of Engineering for Professional Services at CARTO, I collaborate on the Portolan SDI project, and I have spent more than twenty years in the geospatial industry, most of it contributing to open-source software. I am based in Seville. Everything I show is open; the slides and the catalog are at the addresses on the right."
[Sources]
- https://github.com/cayetanobv
- https://cayetanobv.github.io/ogc-metadata-summit-bolzano/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"Everyone says metadata should be AI-ready. Few people say what that means when you have to publish a dataset on a Monday morning. We tried to find out by building, not by defining. This is what we built. Portolan is an open-source specification and toolkit that combines cloud-native file formats with clear metadata and documentation, so that people and agents can publish and use data at any scale."
[Click 1]
"Each phrase in that sentence is a real thing. Specification and toolkit: a spec, a CLI, a validator called rashid, and a registry of catalogs. Cloud-native formats: GeoParquet, Cloud Optimized GeoTIFF, PMTiles. Clear metadata: a STAC publishing profile that says what a catalog must contain. Documentation: a README for people and an AGENTS file for agents, at every level. And people and agents at any scale: ten agent skills, and catalogs from a city's open data to a 369-terabyte archive. Portolan went public last Wednesday, after a year of building in the open. This is a success story with the scars still visible."
[Sources]
- https://www.portolan-sdi.org/ (definition sentence, checked 4 Sep 2026)
- https://www.portolan-sdi.org/blog/introducing-portolan
- https://github.com/portolan-sdi/portolan-spec · https://github.com/portolan-sdi/rashid · https://github.com/portolan-sdi/portolan-cli
- https://github.com/portolan-sdi/portolan-registry · https://github.com/portolan-sdi/portolan-skills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"Why did we build it? Not because spatial data infrastructures failed. The vision is the same one you have worked on for two decades: a federated infrastructure, discoverable, interoperable, open to all. What changed is what the delivery layer should give you. Five goals, borrowed from Chris Holmes's framing."
[Click 1]
"AI-ready. Our SDIs were not built for agents. Agents want the full dataset and rich metadata, fast, and they should be first-class readers, not scrapers."
[Click 2]
"Easy to implement. Today you need a database, a WFS, a WMS, schemas and specialist staff. That barrier keeps most organisations out. It should be files in a bucket."
[Click 3]
"Scalable. Agents crawl whole datasets. Today popularity means more servers, until something breaks. It should scale with nobody on call."
[Click 4]
"Low cost. Servers always on, ops engineers, and a traffic spike is an emergency. Sharing public data should cost storage and egress."
[Click 5]
"Sovereign. The full stack inside your jurisdiction, with storage, compute, models and standards you can swap independently. Your catalogues, records and models stay authoritative. What Portolan changes is how the data underneath them is delivered."
[Sources]
- https://cholmes.github.io/open-geodag-presentation/opengeo-dag.html (slides 5–10: the vision and the five goals; Chris frames the first as AI-first, this deck says AI-ready on screen)
- https://www.portolan-sdi.org/blog/introducing-portolan ("What Portolan makes possible", "Built for people and agents")
- https://github.com/portolan-sdi/portolan-ops/blob/main/copy/messaging.md ("Why Portolan?")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"Everything a Portolan catalog is made of, you already know, and most of it carries an OGC stamp. STAC, catalog to asset, has been an OGC Community Standard since last October. Every STAC Item is a GeoJSON Feature, an IETF standard. Cloud Optimized GeoTIFF is an OGC Standard since 2023. GeoParquet has its own OGC Standards Working Group; approval of 1.0 is the remaining formality. Zarr, which we plan but have not shipped, is an OGC Community Standard. PMTiles for display is a community format, and underneath it all are HTTP range requests on object storage. Nothing here is new. And Portolan uses the static side of STAC only: files, no API."
[Sources]
- https://www.ogc.org/announcement/ogc-announces-publication-of-the-spatiotemporal-asset-catalog-community-standards/ (28 Oct 2025; "an Item … is simply a GeoJSON Feature")
- https://datatracker.ietf.org/doc/html/rfc7946 (GeoJSON, IETF, not an OGC document)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(0:35)
"So what is left to specify?"
[Click 1]
"STAC does its normal job: it describes and links the same objects, catalog, collection, item, asset."
[Click 2]
"Every one of those standards deliberately leaves the publishing choices open. That is the right design for a standard and the wrong thing to leave open for a reader, because every open choice is a branch every reader has to handle. Portolan makes six of those choices explicit: structure and links, formats and statistics, access and hosting, licence and provenance, README and AGENTS documentation, and visualisation. A catalog declares which version of the profile it follows. It is a publishing profile on top of these standards, not a new format."
[Sources]
- https://github.com/portolan-sdi/portolan-spec/blob/main/specs/portolan/core.md (the six families of publishing choices)
- https://github.com/portolan-sdi/portolan-spec/releases/tag/v0.2.0
- https://github.com/portolan-sdi/portolan-ops/blob/main/copy/messaging.md ("Isn't this just STAC and cloud-optimized formats?")
- VizTheGap by Youssef Harby, CNG Japan 2026 deck,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"Here is the big picture. Portolan is an opinionated, checkable STAC publishing profile and practice. It connects the pieces you just saw into one repeatable lifecycle: publish, update, use. It introduces no new data format and replaces none of STAC, GeoParquet, COG, HTTP or object storage."
[Click 1]
"Publish means convert the data to an open cloud-native format, describe it with STAC and documentation, validate it, and upload a static publication to storage the publisher controls."
[Click 2]
"Update follows the same contract. Change the source, preserve licence and provenance, regenerate the affected artifacts, check them again, and sync them. No second delivery path."
[Click 3]
"Use begins at the same catalog for software, for people and for agents. And the five goals from the previous slide are directions the design points at, not guarantees."
[Sources]
- https://github.com/portolan-sdi/portolan-spec/releases/tag/v0.2.0
- https://github.com/portolan-sdi/portolan-spec/blob/main/README.md
- https://github.com/portolan-sdi/portolan-cli/blob/main/README.md
- https://github.com/portolan-sdi/portolan-ops/blob/main/copy/messaging.md
- VizPortolanContract by Youssef Harby, CNG Japan 2026 deck (slide 11 and its speaker notes),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"So what does Portolan add on top of those standards? Four things they leave open become mandatory. One: a quality floor you can check. Bounding boxes and spatial ordering inside every GeoParquet, overviews in every COG, providers and a licence on every collection, range requests and CORS on the host; and the validator reads the bytes, not just the JSON. Two: two documents at every level, a README for the person deciding whether to trust the data and an AGENTS file for the agent that needs the join key and the caveats. Three: no server in the request path; a catalog is a folder in storage you control, cost drops to storage and egress, nothing runs after publishing. Four: federation without a central copy, a registry of independently hosted catalogs with producer, provider and host named on every one."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That is what lets a city and a planetary archive publish the same way."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
- Example catalog, live: https://storage.googleapis.com/south-tyrol-geodata-portolan-mirror/catalog.json · in the Portolan browser: https://browser.portolan-sdi.org/#/external/storage.googleapis.com/south-tyrol-geodata-portolan-mirror/catalog.json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"Before the second story, one slide on where all that metadata actually came from, because this is the part metadata maintainers ask about. Two things reach the record: what the publisher declares in a YAML file, and what the tool measures from the data. And a third kind of value gets into the YAML by a shortcut."
[Click 1]
"Measured, in green: what the tool reads from the file itself. Extent, coordinate system, row count, columns and types, checksums. Re-read on every run, so the record cannot drift from the data. Harvested, in orange: what the source already published. Abstract, keywords, the dataset page, pulled from the WFS and the portal by portolan extract, or drafted by an agent. It is written into the collection's YAML for review, never straight into the record; where the service had nothing, the tool writes a TODO marker, so the reviewer opens a checklist and not a blank. Asserted, in blue: what only the publisher can say. Who is accountable, the licence, the providers, the known issues."
[Click 2]
"And the declared part is written once. Every level of the tree carries a metadata file; a child inherits everything from its ancestors. Eighty-one files in this catalog; one of them carries the licence, the contact and the providers for all sixty-nine collections. Only title and description stay local."
[Click 3]
"portolan add merges the YAML tree and the measurements into the STAC record, the README and the AGENTS file. So the working rule is: drafted by a tool, approved by a person, gated by the validator in CI on every push. Drafting is where tools help. The reading and the accountability stay human."
[Sources]
- https://github.com/cayetanobv/south-tyrol-geodata-portolan-mirror (81 metadata.yaml files, 11 themes, 69 collections; CI runs rashid check on every push; counted 4 Sep 2026)
- https://cli.portolan-sdi.org/ (portolan add, portolan extract, metadata.yaml inheritance, --merge-strategy smart; portolan-cli 0.8.0)
- https://github.com/portolan-sdi/portolan-spec/blob/main/specs/portolan/core.md
- Portolan AI policy: "drafting is where tools help; the reading and the accountability stay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both stories run live at the demo desk at the coffee breaks, today and tomorrow. Bring the URL of your WFS and a question."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"One more thing the two stories relied on: skills. Portolan ships ten agent skills, plain SKILL files in the open Agent Skills format."
[Click 1]
"On the publishing side: bootstrap takes a WFS, an Esri service, a portal or a folder all the way to a documented, validated, published catalog; the CLI skill covers the day-to-day commands; thumbnails, migrate, and the skills for git-backed metadata, hosting and the registry pull request."
[Click 2]
"On the consuming side: reading-portolan is what the agent used in story two, navigating the STAC tree, querying GeoParquet with DuckDB, joining collections, reporting with sources; consume adds maps; and report-catalog-issue turns a wrong licence into an issue on the registry. The same files work in Claude Code, Gemini CLI and other agents. The spec says what a good catalog is; the skills encode how to build and use one."
[Sources]
- https://github.com/portolan-sdi/portolan-skills (ten skills, README checked 4 Sep 2026)
- https://github.com/anthropics/agent-skills (Agent Skills open format, SKILL.md)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(1:10)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And where does that live? In one field, known_issues, in the publisher's YAML. From there the CLI puts it in the Known Issues section of the README for people; the AGENTS file carries the data-quality and usage notes for agents; and the best practice is to make it a column an agent can filter on, a confidence value or a quality mask,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South Tyrol mirror, health/rest-homes: `known_issues` in `.portolan/metadata.yaml` → `## Known Issues` in README.md; `## Data quality &amp; usage notes` in AGENTS.md (portolan-cli 0.8.0, checked 4 Sep 2026)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"Let me close with what we have not solved. Today every collection names who produced, licensed, processed and hosts the data; whether a catalog is official or a mirror is derived from that; and the registry is nothing more than a catalog of about twenty independently hosted catalogs. If it disappeared tomorrow, every one of them would keep working. All of that is declarative. So three open questions, and they map straight onto the Testbed on Trusted Data and Systems: how should authority be signalled cryptographically? What does trust mean when the consumer is an agent nobody is watching? And how does a mirror prove it is faithful to its source?"
[Click 1]
"Portolan has been public for five days. It is built by contributors across several organisations, it wants early adopters, and it still expects breaking changes. The first goal is about a hundred reference catalogs. The community call is Fridays at ten, Central European time, the Slack channel is on the next slide, and I am at the demo desk during the coffee breaks.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The community lives in the #portolan channel of the Cloud-Native Geospatial Forum Slack and on the Friday call.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"Portolan charts were among the earliest practical navigational maps. Not theoretical pictures of the world but working tools: built from sailors' observations, continuously refined, shared across ports and nations. Decentralised, made and improved by many hands. Interoperable, readable wherever a ship went. And critical infrastructure, for trade, for safety, for sovereignty."
[Click 1]
"The project takes its name from that tradition. Practical rather than academic. Built from data in open formats rather than drawings. Designed for sharing across organisations, clouds and borders."
[Sources]
- Launch commentary, 2 September 2026: https://carto.com/blog/introducing-portolan-and-carto-sdi/ ("A postscript on the name")
- Image: Wikimedia Commons, "1550 Portolan chart of the Mediterranean Sea and the Black Sea", Battista Agnese; Bibliothèque nationale de France;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2026-09-05T00:41:59Z</dcterms:created>
  <dcterms:modified xsi:type="dcterms:W3CDTF">2026-09-05T00:41:59Z</dcterms:modified>
</cp:coreProperties>
</file>