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Why now? Cloud-native formats moved the compute to whoever asks the question. Agents changed who can ask. Sovereignty made every layer a choice.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2026-09-03T22:42:55Z</dcterms:created>
  <dcterms:modified xsi:type="dcterms:W3CDTF">2026-09-03T22:42:55Z</dcterms:modified>
</cp:coreProperties>
</file>