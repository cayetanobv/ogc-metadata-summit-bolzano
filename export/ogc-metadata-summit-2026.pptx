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ours."
[Click 1]
"STAC does its normal job: it describes and links the same objects, catalog, collection, item, asset. Portolan uses the static side of STAC only: files, no API."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STAC describes the data. Portolan defines how it is published."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https://github.com/portolan-sdi/portolan-spec/blob/main/specs/portolan/core.md (the six families of publishing choices)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Three kinds of value fill a record, and the CLI keeps them apart."
[Click 1]
"Measured, in green: what the tool reads from the file itself. Extent, coordinate system, row count, columns and types, geometry type, checksums. Re-read on every run, so the record cannot drift from the data. Harvested, in orange: what the source already published. The abstract, keywords, the dataset page, the styles, pulled from the WFS and the portal, or drafted by an agent. Where the service had nothing, the tool writes a TODO marker, so the reviewer opens a checklist and not a blank. Asserted, in blue: what only the publisher can say. Who is accountable, the licence, the providers, the known issues."
[Click 2]
"And the asserted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three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reporting with sources; consume adds maps;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open,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2026-09-04T21:33:55Z</dcterms:created>
  <dcterms:modified xsi:type="dcterms:W3CDTF">2026-09-04T21:33:55Z</dcterms:modified>
</cp:coreProperties>
</file>