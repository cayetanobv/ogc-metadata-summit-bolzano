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"Briefly, who is talking. I have spent more than twenty years in geospatial, on data, science and maps: spatial data infrastructures, spatial SQL, and lately the cloud-native formats. I work at CARTO in Seville, and I am one of the contributors to Portolan: the publisher CLI, catalogs, and the mirror of this province's data you will see in a few minutes. I also work on STAC extensions. Everything I show is open; the addresses are on the right and on the last slide. Find me at the demo desk in the breaks."
[Sources]
- https://github.com/cayetanobv (public profile: "Data, science &amp; maps", CARTO, Seville; repos stac-portolan-extension, stac-partition-extension, stac-osi-extension, authentication, duckdb-raquet, geoparquet-overviews)
- https://www.portolan-sdi.org/blog/introducing-portolan (named contributor)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"The phrase AI-ready metadata is everywhere. Few people say what it means when you actually have to publish a dataset on a Monday morning. We tried to answer it by building instead of defining."
[Click 1]
"A spec, a validator, a CLI, a registry, and real catalogs. Portolan went public last Wednesday, the second of September, after a year of building in the open. So this is a success story with the scars still visible: what worked, and what surprised us."
[Sources]
- https://www.portolan-sdi.org/blog/introducing-portolan
- https://github.com/portolan-sdi/portolan-spec
- https://github.com/portolan-sdi/rashid
- https://github.com/portolan-sdi/portolan-cli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"Why did we move at all? Because the ambition of spatial data infrastructures, INSPIRE's ambition, discoverable, interoperable, usable across borders, was right, and the experience has often been painful. For the publisher, publishing a dataset has meant deploying databases, servers, APIs and a portal, then maintaining them for years, sized for peaks, paid for whether anyone uses the data or not. For the user, finding the dataset is only the beginning: understand the service, interpret the metadata, download, reproject, clean, combine. In practice, mainly GIS specialists get through."
[Click 1]
"Three changes are now converging. Cloud-native formats changed the economics: a client reads only the bytes it needs, with its own compute, and the publisher stores the data once. Agents changed who can use the data: given structured metadata and direct access, an agent finds the authoritative sources, inspects them, runs the analysis and answers with its sources and a query you can re-run; federation without a central copy. And sovereignty became an architectural requirement: where the data lives, where queries run, which models may touch it, how easily each layer can be replaced."
[Click 2]
"All three were already under way. What was still hard was assembling them into an infrastructure a real publisher can create, operate and maintain without designing the whole architecture from scratch. That is why we joined others in building Portolan."
[Sources]
- Launch commentary, 2 September 2026: https://carto.com/blog/introducing-portolan-and-carto-sdi/ ("The ambition was right. The experience has often been painful."; "Three changes reshaping spatial data infrastructure"; "What is still difficult is assembling them into an SDI that a real data publisher can create, operate, and maintain")
- https://www.portolan-sdi.org/blog/introducing-portolan ("What Portolan makes possible", "Built for people and agents")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"Everything a Portolan catalog is made of, you already know, and most of it carries an OGC stamp. STAC, catalog to asset, has been an OGC Community Standard since last October, and every STAC Item is a GeoJSON Feature. Portolan uses the static side of STAC only: files, no API. Cloud Optimized GeoTIFF is an OGC Standard since 2023. GeoParquet has its own OGC Standards Working Group; approval of 1.0 is the remaining formality. Zarr, which we plan but have not shipped, is an OGC Community Standard. PMTiles for display is a community format outside OGC, and underneath it all are HTTP range requests on object storage. Nothing here is ours."
[Click 1]
"So what is left to specify? Every one of those standards deliberately leaves the publishing choices open: how files are laid out, whether they are spatially ordered, which statistics they carry, what documentation sits next to them, how they are hosted, who produced them. That is the right design for a standard. It is the wrong thing to leave open for a reader, because every open choice is a branch every reader has to handle."
[Click 2]
"That is the gap Portolan fills. STAC describes the data. Portolan defines how it is published. It is a publishing profile on top of these standards, not a new format: Apache-2.0, version 0.2.0, 128 requirements, 105 of them checked by a machine."
[Sources]
- https://www.ogc.org/announcement/ogc-announces-publication-of-the-spatiotemporal-asset-catalog-community-standards/ (28 Oct 2025; "an Item … is simply a GeoJSON Feature")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https://github.com/portolan-sdi/portolan-ops/blob/main/copy/messaging.md ("Isn't this just STAC and cloud-optimized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"So what does Portolan add, and why should anyone outside this room care? Four things the standards leave open become mandatory. One: a quality floor you can check. Spatial ordering and bounding boxes inside every GeoParquet, overviews in every COG, providers and a license on every collection, range requests and CORS on the host; and the validator reads the bytes, not just the JSON. Two: documentation for two audiences at every level, a README for the person deciding whether to trust the data and an AGENTS file for the agent that needs the join key and the caveats. Three: no server in the request path; a catalog is a folder in storage the publisher controls, cost drops to storage and egress, sovereignty is structural, nothing runs after publishing. Four: federation without a central copy, a registry of independently hosted catalogs with producer, provider and host named on every one. Portolan is the missing agreement that lets a city and a planetary archive publish the same way."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The three shifts (economics of cloud-native formats, agents changing who can use data, sovereignty as architecture) are the framing of the 2 Sep 2026 launch commentary; facts only, no vendor cited on screen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 confidence column or a quality mask an agent can filter on,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"Before the close, the honesty checkpoint. This is the architecture of the portal, not a claim that infrastructure disappears. In a service-first portal, legacy files and a spatial database feed a GIS server, gateway, APIs, and tiles. Every request travels through that service chain."
[Click 1]
"A static-first portal moves the expensive preparation to a publisher-controlled job. It writes GeoParquet, COG, or PMTiles to object storage, links them through STAC, and lets browsers, desktop tools, and agents read them directly. Compute or an OGC API remains available on demand when a use case needs it."
[Click 2]
"The query path can shrink, but the operating work remains. We still convert, document, and validate releases. We still operate storage, CDN, IAM, DNS, security, and monitoring. People still govern quality, updates, and release decisions."
[Sources]
- https://github.com/portolan-sdi/portolan-spec/blob/main/specs/portolan/core.md
- Speaker-provided `cng-infrastructure-concept.pdf`, consolidated and redrawn as a horizontal architecture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"Let me close with what we have not solved. Today every collection names who produced, licensed, processed and hosts the data. Whether a catalog is official or a mirror is derived from that, and a mirror must name its producer and link back to the original. The registry is deliberately nothing more than a catalog of independently hosted catalogs, about twenty at launch, from Overture and GHSL to national agencies in Argentina and Moldova to cities like Madrid, Utrecht and Philadelphia. If the registry disappeared tomorrow, every one of them would keep working."
[Click 1]
"Everything on the left is declarative. The open questions map straight onto the Testbed on Trusted Data and Systems. How should authority be signalled cryptographically? What does trust mean when the consumer is an agent nobody is watching? How does a mirror prove it is faithful to its source?"
[Click 2]
"Portolan has been public for five days. It is built by a group of contributors across several organisations, it wants early adopters, and it still expects breaking changes. The first goal is about a hundred reference catalogs. The community call is Fridays at ten, Central European time, and the Slack channel is open.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"A postscript on the name.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Thank you."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"Fourth lesson. Portolan is STAC 1.1 at its core and reuses STAC extensions wherever they fit. We build on existing standards and contribute back."
[Click 1]
"STAC keeps doing its job: describe and link catalogs, collections, items and assets."
[Click 2]
"On top, Portolan makes publishing choices explicit and strict: cloud-native formats only, spatial ordering inside files, statistics, documentation at every level, providers and license on every collection. Why so prescriptive? Because an agent can only rely on what is required. Every MAY in a spec is a branch every consumer has to write. Flexibility is a cost paid by every reader, forever. Being prescriptive is what makes metadata machine-usable."
[Sources]
- https://github.com/portolan-sdi/portolan-spec/blob/main/specs/portolan/core.md
- https://github.com/portolan-sdi/portolan-spec/blob/main/specs/portolan/formats.md
- https://github.com/portolan-sdi/portolan-spec/blob/main/specs/best-practices/philosophy.md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"Sixth lesson. Portolan catalogs are static. Files in a bucket, described by STAC, with two Markdown files beside them. There is no server to operate and no STAC API. The metadata is the interface."
[Click 1]
"An agent reads the catalog and then queries the GeoParquet directly with DuckDB, with no credentials. QGIS, Pandas and BigQuery read the same files."
[Click 2]
"The consequences are what a spatial data infrastructure cares about. Cost drops to storage and egress. Nothing runs after publishing. Sovereignty is structural, because the publisher chooses where the bytes live, including a provider in their own country. And if Portolan disappeared tomorrow, every file would still open in the tools you already use."
[Sources]
- https://github.com/portolan-sdi/portolan-spec/blob/main/specs/portolan/core.md
- https://github.com/portolan-sdi/portolan-ops/blob/main/copy/messaging.md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2026-09-03T23:03:20Z</dcterms:created>
  <dcterms:modified xsi:type="dcterms:W3CDTF">2026-09-03T23:03:20Z</dcterms:modified>
</cp:coreProperties>
</file>