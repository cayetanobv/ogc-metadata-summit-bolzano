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it runs live at the demo desk: bring a question about South Tyrol and watch the agent read the metadata before it answers. The recording is linked here as well."
[Sources]
- https://github.com/portolan-sdi/portolan-skills/tree/main/skills/reading-portolan
- Recording of the run (thumbnail: a frame from it, public/bz-agent-frame.jpg): https://storage.googleapis.com/ogc-metadata-summit-bolzano-talk-media/ogc-metadata-2026-bolzano-demo-south-tyrol-agent.mp4 (public bucket in europe-west8, 18 MB, H.264, 76 s, no audio; replaced 5 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2026-09-05T11:40:08Z</dcterms:created>
  <dcterms:modified xsi:type="dcterms:W3CDTF">2026-09-05T11:40:08Z</dcterms:modified>
</cp:coreProperties>
</file>