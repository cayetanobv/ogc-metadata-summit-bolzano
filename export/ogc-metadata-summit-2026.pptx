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9334500" cy="5248275"/>
  <p:notesSz cx="5248275" cy="93345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(0:20)
"Good afternoon. I am Cayetano Benavent. This is a success story with the scars still visible: what we learned building Portolan, an open specification for AI-ready geospatial catalogs, and what happened when we pointed it at this province's own data."
[Sources]
- https://events.ogc.org/MetadataSummit2026
- Logos: OGC (ogc.org, official blue logo file `OGC-Logo-Blue.png`, used to identify the host organisation of this event), Portolan mark (portolan-sdi.org), CARTO positive logo. Trademarks of their owners; used for identification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(0:35)
"Briefly, who is talking. I am Director of Engineering for Professional Services at CARTO, I collaborate on the Portolan SDI project, and I have spent more than twenty years in the geospatial industry, most of it contributing to open-source software. I am based in Seville. Everything I show is open; the slides and the catalog are at the addresses on the right."
[Sources]
- https://github.com/cayetanobv
- https://cayetanobv.github.io/ogc-metadata-summit-bolzano/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(0:35)
"The phrase AI-ready metadata is everywhere. Few people say what it means when you actually have to publish a dataset on a Monday morning. We tried to answer it by building instead of defining."
[Click 1]
"A spec, a validator, a CLI, ten agent skills, a registry, and real catalogs. Portolan went public last Wednesday, the second of September, after a year of building in the open. So this is a success story with the scars still visible: what worked, and what surprised us."
[Sources]
- https://www.portolan-sdi.org/blog/introducing-portolan
- https://github.com/portolan-sdi/portolan-spec
- https://github.com/portolan-sdi/rashid
- https://github.com/portolan-sdi/portolan-cli
- https://github.com/portolan-sdi/portolan-registry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(0:50)
"Why did we build Portolan? Not because spatial data infrastructures failed. Two decades of your work got the hard part right: harmonised models, catalogues, INSPIRE themes, ISO records, services that made national data findable across borders. Portolan starts from that work."
[Click 1]
"What changed is the delivery layer underneath it. A file in object storage can now be queried directly, so a dataset no longer needs its own server to be usable. Agents are readers too, and they need the same metadata people need, machine-checkable and next to the data. And sovereignty is designed in: storage, compute, models and standards chosen and replaced independently. Portolan is the publishing profile that lets the data you already curate reach more people and more agents, with less to run, while your catalogues, records and models stay authoritative."
[Sources]
- https://www.portolan-sdi.org/blog/introducing-portolan ("What Portolan makes possible", "Built for people and agents")
- https://github.com/portolan-sdi/portolan-ops/blob/main/copy/messaging.md ("Why Portolan?", "Does it standardize my data model?")
- https://inspire.ec.europa.eu/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(1:30)
"Everything a Portolan catalog is made of, you already know, and most of it carries an OGC stamp. STAC, catalog to asset, has been an OGC Community Standard since last October, and every STAC Item is a GeoJSON Feature. Portolan uses the static side of STAC only: files, no API. Cloud Optimized GeoTIFF is an OGC Standard since 2023. GeoParquet has its own OGC Standards Working Group; approval of 1.0 is the remaining formality. Zarr, which we plan but have not shipped, is an OGC Community Standard. PMTiles for display is a community format outside OGC, and underneath it all are HTTP range requests on object storage. Nothing here is ours."
[Click 1]
"So what is left to specify? Every one of those standards deliberately leaves the publishing choices open: how files are laid out, whether they are spatially ordered, which statistics they carry, what documentation sits next to them, how they are hosted, who produced them. That is the right design for a standard. It is the wrong thing to leave open for a reader, because every open choice is a branch every reader has to handle."
[Click 2]
"That is the gap Portolan fills. STAC describes the data. Portolan defines how it is published. It is a publishing profile on top of these standards, not a new format: Apache-2.0, version 0.2.0, 128 requirements, 105 of them checked by a machine."
[Sources]
- https://www.ogc.org/announcement/ogc-announces-publication-of-the-spatiotemporal-asset-catalog-community-standards/ (28 Oct 2025; "an Item … is simply a GeoJSON Feature")
- https://docs.ogc.org/is/21-026/21-026.html (OGC Cloud Optimized GeoTIFF Standard 1.0, 2023)
- https://github.com/opengeospatial/geoparquet/blob/main/README.md ("official Standards Working Group … pending OGC approval", checked 3 Sep 2026)
- https://www.ogc.org/announcement/ogc-forms-new-geozarr-standards-working-group-to-establish-a-zarr-encoding-for-geospatial-data/ (Zarr V2 endorsed as OGC Community Standard, June 2022)
- https://docs.protomaps.com/pmtiles/ (PMTiles; not an OGC document)
- https://github.com/portolan-sdi/portolan-ops/blob/main/copy/messaging.md ("Isn't this just STAC and cloud-optimized formats?")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"So what does Portolan add, and why should anyone outside this room care? Four things the standards leave open become mandatory. One: a quality floor you can check. Spatial ordering and bounding boxes inside every GeoParquet, overviews in every COG, providers and a license on every collection, range requests and CORS on the host; and the validator reads the bytes, not just the JSON. Two: documentation for two audiences at every level, a README for the person deciding whether to trust the data and an AGENTS file for the agent that needs the join key and the caveats. Three: no server in the request path; a catalog is a folder in storage the publisher controls, cost drops to storage and egress, sovereignty is structural, nothing runs after publishing. Four: federation without a central copy, a registry of independently hosted catalogs with producer, provider and host named on every one. Portolan is the missing agreement that lets a city and a planetary archive publish the same way."
[Click 1]
"Does a static model scale? Fields of the World publishes its global field-boundary dataset as one Portolan catalog on Source Cooperative: 369 terabytes, and it served a hundred and six terabytes in the last four weeks of August. Nothing sits in front of it. The publisher pays for storage and egress; compute belongs to whoever asks the question."
[Sources]
- https://www.portolan-sdi.org/blog/introducing-portolan (Fig. 1: 369 TB, 106.6 TB in the 28 days ending 27 Aug 2026; "What Portolan makes possible", "Built for people and agents", "Toward a federated network")
- https://github.com/portolan-sdi/portolan-ops/blob/main/copy/messaging.md ("Why Portolan?", "Common questions")
- The three shifts (economics of cloud-native formats, agents changing who can use data, sovereignty as architecture) are the framing of the 2 Sep 2026 launch commentary; facts only, no vendor cited on screen
- https://source.coop/ftw/global-data
- https://github.com/portolan-sdi/portolan-spec/blob/main/specs/portolan/core.md
- https://github.com/portolan-sdi/portolan-spec/blob/main/specs/portolan/formats.md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"First story, and it is yours. To be clear from the start: this is a mirror, not an official publication; the Province remains the authority. On Saturday I pointed the CLI at this province's WFS, the 207 INSPIRE-themed layers South Tyrol publishes, and took 69 of them, from municipalities and population to hazard-zone plans, health facilities, hydrology, transport and cultural heritage. Five commands."
[Click 1]
"The service seeded what it could: titles in three languages, keywords, an abstract, the map styles. Sixty-nine layers, 58 megabytes, became GeoParquet, spatially ordered, with a bbox column, plus PMTiles and thumbnails. Nobody retyped metadata."
[Click 2]
"Step two is the interesting one. Validation failed. Not on the prose, on the machine contract: no provider carries the producer role, and the service publishes no license. So the producer's knowledge went into YAML files, one per level: who produced it, who hosts this copy, that hospitals are points and not catchments, that hazard zones are planning classes and not forecasts. And a folder move grouped the 69 collections into 11 themes; the CLI wrote the subcatalogs. From that one file came the README for people, the STAC for software, the AGENTS file for agents."
[Click 3]
"Regenerate, re-check. Two independent validators, the CLI and rashid, give the same answer: conforms to version 0.2.0 of the spec. 128 requirements checked. The remaining notes are publisher judgment: there is no upstream STAC catalog to link to. And nothing was started. The result is a folder. Push it to a bucket and it is live."
[Sources]
- https://geoservices1.civis.bz.it/geoserver/ows?service=WFS&amp;version=2.0.0&amp;request=GetCapabilities
- License verified Sep 3, 2026 on the Province's open-data portal (CKAN `license_id: cc-zero`, publisher "Provincia Autonoma di Bolzano - Alto Adige", records updated 2025-04-23):
  https://data.civis.bz.it/dataset/comuni · https://data.civis.bz.it/dataset/popolazione-ufficiale ·
  https://data.civis.bz.it/dataset/piani-delle-zone-di-pericolo-pericoli-idraulici · https://data.civis.bz.it/dataset/ospedali ·
  https://data.civis.bz.it/dataset/farmacie
- https://github.com/portolan-sdi/portolan-cli · https://github.com/portolan-sdi/rashid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"Second story, same catalog, the next day. Out of 69 collections, an agent was asked a question no single layer answers: which hospitals and pharmacies sit inside high or very-high hydraulic hazard zones, and how many residents live in those municipalities. Nobody guided it."
[Click 1]
"Four of seventeen hospitals, in Bolzano, Bressanone, Brunico and Ortisei. Thirty-one of a hundred and fifty-eight pharmacies. A hundred and eight of the hundred and sixteen municipalities have an approved plan. The agent joined five collections on the ISTAT code, filtered the hazard classes by the strings the AGENTS file told it about, and ran the intersection in DuckDB against the GeoParquet in place."
[Click 2]
"And it said what the numbers do not mean, because the publisher wrote it down: points are locations, not catchments; hazard classes are planning zones, not forecasts; eight municipalities have no approved plan yet. Producer, license and the query came attached. This is a screening, not a risk assessment. But look at what it did not have: a server, an API, credentials, or a person in the loop. The same catalog answers the next question tomorrow."
[Sources]
- https://github.com/portolan-sdi/portolan-skills/tree/main/skills/reading-portolan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(0:50)
"Here is what the agent actually did, because this is where AI-ready stops being a slogan."
[Click 1]
"It opened the catalog and followed the explicit child links: eleven theme catalogs, sixty-nine collections. The linked graph is the publication boundary."
[Click 2]
"It read AGENTS dot md: the join key, the coordinate system, the exact hazard-class strings, and what the data is not for."
[Click 3]
"It inspected each collection: one GeoParquet asset each, with provider, license, extent and row count."
[Click 4]
"It planned a DuckDB query. The model plans and explains; DuckDB computes, reading only the row groups it needs thanks to the spatial ordering the spec requires."
[Click 5]
"It reported with method, URLs, producer, license and limitations. Every step consumed something the publisher wrote down. Nothing was guessed. I cannot run this in ten minutes, so both stories run live at the demo desk at the coffee breaks, today and tomorrow. Bring the URL of your WFS and a question."
[Sources]
- https://github.com/portolan-sdi/portolan-skills/tree/main/skills/reading-portolan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"One more thing the two stories relied on: skills. Portolan ships ten agent skills, plain SKILL files in the open Agent Skills format."
[Click 1]
"On the publishing side: bootstrap takes a WFS, an Esri service, a portal or a folder all the way to a documented, validated, published catalog; the CLI skill covers the day-to-day commands; thumbnails, migrate, and the skills for git-backed metadata, hosting and the registry pull request."
[Click 2]
"On the consuming side: reading-portolan is what the agent used in story two, navigating the STAC tree, querying GeoParquet with DuckDB, joining collections, reporting with sources; consume adds maps; and report-catalog-issue turns a wrong licence into an issue on the registry. The same files work in Claude Code, Gemini CLI and other agents. The spec says what a good catalog is; the skills encode how to build and use one."
[Sources]
- https://github.com/portolan-sdi/portolan-skills (ten skills, README checked 4 Sep 2026)
- https://github.com/anthropics/agent-skills (Agent Skills open format, SKILL.md)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"Three lessons from building this. The first is the one I would keep if I could keep only one. A well-formed STAC catalog is already findable and crawlable. Discovery is largely solved. What people and agents cannot do yet is evaluate: is this dataset fit for my question, where is it weak, how wrong can it be."
[Click 1]
"One sentence from a real catalog, Fields of the World: a field polygon is a remote-sensing field unit, not a cadastral parcel. That single sentence prevents a whole category of misuse that no accuracy number would catch. In the Bolzano answer you saw the same thing: a hospital point inside a hazard polygon is a location, not a catchment. Someone wrote that down."
[Click 2]
"So our working definition. AI-ready means documented limitations, quantified uncertainty and named biases. As data where possible, a confidence column or a quality mask an agent can filter on, rather than a paragraph it has to interpret. This is the expertise that otherwise lives only in the heads of domain experts, and it is the part of your metadata work that no automation replaces."
[Sources]
- https://github.com/portolan-sdi/portolan-spec/blob/main/specs/best-practices/documentation.md
- Trochim &amp; Roy 2025, Candid Core Framework, doi:10.5281/zenodo.15227664
- https://source.coop/ftw/global-data
- https://www.portolan-sdi.org/blog/introducing-portolan ("context that'd otherwise be scattered across documentation or live only in the heads of domain experts")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(1:00)
"Second lesson. Every catalog and collection carries two documents, and the spec requires both. The README is for the person deciding whether to trust the data. AGENTS dot md is for the agent that has already decided and now needs to get the query right on the first try. Same subject, different job."
[Click 1]
"Software reads collection dot json: structure, links, extents, providers."
[Click 2]
"People read the README: what it is, where it came from, the license, a schema table."
[Click 3]
"Agents read AGENTS dot md: the join key, the CRS, the sentinel values, a working query. A schema table orients a reader. Naming the join key saves an agent a failed query. Duplication between the two is fine. Drift is not, so both are generated from one source of truth, and the validator checks that they exist at every level."
[Sources]
- https://github.com/portolan-sdi/portolan-spec/tree/main/examples/catalog/portolan-reference/boundaries/netherlands-provinces
- https://github.com/portolan-sdi/portolan-spec/blob/main/specs/portolan/core.md
- https://www.portolan-sdi.org/blog/introducing-portolan ("All Portolan catalogs must include READMEs and AGENTS.md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"Third lesson, and the uncomfortable one: be strict. Publishers do not love this. But an agent can only rely on what is required. Every MAY in a spec is a branch every consumer has to write, forever. So Portolan says: GeoParquet must carry bbox columns and be spatially ordered, or a spatial query reads the whole file. The bucket must serve CORS, or a browser cannot touch it. Every collection must name its providers, or the prose looks fine and every machine fails."
[Click 1]
"And strictness only works if a machine holds the line. The spec, version 0.2.0, has 128 normative requirements. 105 are checked deterministically by rashid, the validator: structure, required files, roles, license, provenance, and the actual bytes. 23 stay with the publisher: whether the upstream meaning survived, whether the license really applies. A city's catalog passes the same validator a planetary archive passes."
[Click 2]
"Conformance is a floor. You can have perfectly FAIR, utterly useless data. So above pass or fail, a grader scores usability from A plus to F, and it deliberately weights the machine contract equally with what a browser shows. A rubric that only rewards pretty thumbnails certifies catalogs that fail every machine that reads them. Many ISO records render nicely and parse badly. Same problem."
[Click 3]
"The lesson in one line: a metadata quality policy only sticks when a machine can check it."
[Sources]
- https://github.com/portolan-sdi/portolan-spec/blob/main/specs/portolan/requirements.yaml (regenerated 3 Sep 2026 at v0.2.0 and origin/main 2d1f972: 128 total, 105 validator / 23 process)
- https://github.com/portolan-sdi/portolan-spec/releases/tag/v0.2.0
- https://github.com/portolan-sdi/rashid
- https://github.com/portolan-sdi/portolan-spec/blob/main/specs/best-practices/grader.md
- https://github.com/portolan-sdi/portolan-spec/blob/main/specs/best-practices/philosophy.md
- https://www.portolan-sdi.org/blog/introducing-portolan (bbox structs + spatial ordering, CORS examples; MUST/SHOULD reporting)
- Sundwall 2025, https://radiant.earth/blog/2025/11/great-data-products/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"Let me close with what we have not solved. Today every collection names who produced, licensed, processed and hosts the data. Whether a catalog is official or a mirror is derived from that, and a mirror must name its producer and link back to the original. The registry is deliberately nothing more than a catalog of independently hosted catalogs, about twenty at launch, from Overture and GHSL to national agencies in Argentina and Moldova to cities like Madrid, Utrecht and Philadelphia. If the registry disappeared tomorrow, every one of them would keep working."
[Click 1]
"Everything on the left is declarative. The open questions map straight onto the Testbed on Trusted Data and Systems. How should authority be signalled cryptographically? What does trust mean when the consumer is an agent nobody is watching? How does a mirror prove it is faithful to its source?"
[Click 2]
"Portolan has been public for five days. It is built by a group of contributors across several organisations, it wants early adopters, and it still expects breaking changes. The first goal is about a hundred reference catalogs. The community call is Fridays at ten, Central European time, and the Slack channel is open. These are the questions we would like to work on with the people in this room. Thank you."
[Sources]
- https://github.com/portolan-sdi/portolan-spec/blob/main/specs/portolan/core.md (Providers, Source Provenance)
- https://github.com/portolan-sdi/portolan-registry
- https://www.portolan-sdi.org/blog/introducing-portolan (registry framing, ~100 reference catalogs goal, Friday 10:00 CET meeting, #portolan channel, contributor organisations)
- https://carto.com/blog/introducing-portolan-and-carto-sdi/ (twenty catalogs at launch; mirror must name producer and link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"A postscript on the name. Portolan charts were among the earliest practical navigational maps. Not theoretical pictures of the world but working tools: built from sailors' observations, continuously refined, shared across ports and nations. Decentralised, made and improved by many hands. Interoperable, readable wherever a ship went. And critical infrastructure, for trade, for safety, for sovereignty."
[Click 1]
"The project takes its name from that tradition. Practical rather than academic. Built from data in open formats rather than drawings. Designed for sharing across organisations, clouds and borders. Thank you."
[Sources]
- Launch commentary, 2 September 2026: https://carto.com/blog/introducing-portolan-and-carto-sdi/ ("A postscript on the name")
- Image: Wikimedia Commons, "1550 Portolan chart of the Mediterranean Sea and the Black Sea", Battista Agnese; Bibliothèque nationale de France; public domain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(shown during Q&amp;A, no talk time)
"Feedback as GitHub issues against the spec or against any catalog. Mirrors of national datasets are welcome, there is an open list. The validator and the grader are open for anyone to run. One URL: portolan-sdi.org. And find me at the demo desk."
[Sources]
- https://www.portolan-sdi.org/
- https://github.com/portolan-sdi
- https://github.com/portolan-sdi/portolan-data/issues (datasets to mirror)
- https://github.com/portolan-sdi/portolan-spec
- https://github.com/portolan-sdi/rashid
- https://github.com/portolan-sdi/portolan-cli
- https://github.com/portolan-sdi/portolan-skills
- https://github.com/portolan-sdi/portolan-registry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(1:00)
"Before the close, the honesty checkpoint. This is the architecture of the portal, not a claim that infrastructure disappears. In a service-first portal, legacy files and a spatial database feed a GIS server, gateway, APIs, and tiles. Every request travels through that service chain."
[Click 1]
"A static-first portal moves the expensive preparation to a publisher-controlled job. It writes GeoParquet, COG, or PMTiles to object storage, links them through STAC, and lets browsers, desktop tools, and agents read them directly. Compute or an OGC API remains available on demand when a use case needs it."
[Click 2]
"The query path can shrink, but the operating work remains. We still convert, document, and validate releases. We still operate storage, CDN, IAM, DNS, security, and monitoring. People still govern quality, updates, and release decisions."
[Sources]
- https://github.com/portolan-sdi/portolan-spec/blob/main/specs/portolan/core.md
- Speaker-provided `cng-infrastructure-concept.pdf`, consolidated and redrawn as a horizontal architecture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"You maintain ISO 19115 and INSPIRE records. Let me be explicit about how this relates to them, because the honest answer is additive."
[Click 1]
"Your record is an input. The CLI reads it over CSW and seeds the catalog metadata from it. Nobody retypes anything."
[Click 2]
"Your record ships alongside the data as a metadata-role asset, with a typed link back to the catalogue that owns it. The catalogue stays authoritative. The Netherlands provinces example in the spec does exactly this."
[Click 3]
"GeoDCAT-AP comes out the other side, generated from the same source, for the portals that harvest DCAT. That part is roadmap, not shipped. And I want to be honest about one gap: there is still no ISO 19115 STAC extension, in Portolan or anywhere. Whether the record should hang off a typed link or ride as an asset is unresolved. This is the room that could settle it."
[Sources]
- https://github.com/ceos-org/stac-collection-and-granule-discovery-best-practices/blob/main/best-practices.md
- https://data.geo.admin.ch/api/stac/v1/collections/ch.meteoschweiz.ogd-smn
- https://github.com/portolan-sdi/portolan-spec/tree/main/examples/catalog/portolan-reference/boundaries/netherlands-provinces
- https://portal.ogc.org/files/103396 (OGC GeoDCAT SWG charter)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"For the metadata people: the asset is the pinned copy, with a checksum and a mirror date. The typed describedby link points at the live authoritative record. via stays for provenance, on mirrors only. That is what real catalogs do and what CEOS codifies, with one deliberate difference: Portolan does not put metadata representations on via."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"Fourth lesson. Portolan is STAC 1.1 at its core and reuses STAC extensions wherever they fit. We build on existing standards and contribute back."
[Click 1]
"STAC keeps doing its job: describe and link catalogs, collections, items and assets."
[Click 2]
"On top, Portolan makes publishing choices explicit and strict: cloud-native formats only, spatial ordering inside files, statistics, documentation at every level, providers and license on every collection. Why so prescriptive? Because an agent can only rely on what is required. Every MAY in a spec is a branch every consumer has to write. Flexibility is a cost paid by every reader, forever. Being prescriptive is what makes metadata machine-usable."
[Sources]
- https://github.com/portolan-sdi/portolan-spec/blob/main/specs/portolan/core.md
- https://github.com/portolan-sdi/portolan-spec/blob/main/specs/portolan/formats.md
- https://github.com/portolan-sdi/portolan-spec/blob/main/specs/best-practices/philosophy.md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"Sixth lesson. Portolan catalogs are static. Files in a bucket, described by STAC, with two Markdown files beside them. There is no server to operate and no STAC API. The metadata is the interface."
[Click 1]
"An agent reads the catalog and then queries the GeoParquet directly with DuckDB, with no credentials. QGIS, Pandas and BigQuery read the same files."
[Click 2]
"The consequences are what a spatial data infrastructure cares about. Cost drops to storage and egress. Nothing runs after publishing. Sovereignty is structural, because the publisher chooses where the bytes live, including a provider in their own country. And if Portolan disappeared tomorrow, every file would still open in the tools you already use."
[Sources]
- https://github.com/portolan-sdi/portolan-spec/blob/main/specs/portolan/core.md
- https://github.com/portolan-sdi/portolan-ops/blob/main/copy/messaging.md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Created using Slidev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OGC Metadata Summit 2026, Eurac Research, Bolzano, 7–8 September 2026</dc:subject>
  <dc:creator>Cayetano Benavent</dc:creator>
  <cp:lastModifiedBy>Cayetano Benavent</cp:lastModifiedBy>
  <cp:revision>1</cp:revision>
  <dcterms:created xsi:type="dcterms:W3CDTF">2026-09-04T01:10:10Z</dcterms:created>
  <dcterms:modified xsi:type="dcterms:W3CDTF">2026-09-04T01:10:10Z</dcterms:modified>
</cp:coreProperties>
</file>