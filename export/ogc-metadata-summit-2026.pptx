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Two things reach the record: what the publisher declares in a YAML file, and what the tool measures from the data. And a third kind of value gets into the YAML by a shortcut."
[Click 1]
"Measured, in green: what the tool reads from the file itself. Extent, coordinate system, row count, columns and types, checksums. Re-read on every run, so the record cannot drift from the data. Harvested, in orange: what the source already published. Abstract, keywords, the dataset page, pulled from the WFS and the portal by portolan extract, or drafted by an agent. It is written into the collection's YAML for review, never straight into the record; where the service had nothing, the tool writes a TODO marker, so the reviewer opens a checklist and not a blank. Asserted, in blue: what only the publisher can say. Who is accountable, the licence, the providers, the known issues."
[Click 2]
"And the declared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YAML tree and the measurements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it runs live at the demo desk: bring a question about South Tyrol and watch the agent read the metadata before it answers. The recording is linked here as well."
[Sources]
- https://github.com/portolan-sdi/portolan-skills/tree/main/skills/reading-portolan
- Recording of the run: https://storage.googleapis.com/ogc-metadata-summit-bolzano-talk-media/ogc-metadata-2026-bolzano-demo-south-tyrol-agent.mp4 (public bucket in europe-west8, 18 MB, H.264, 76 s, no audio; replaced 5 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mapping the result, reporting with sources. Consume is the on-ramp for someone who just wants the data in their own tools: it detects whether DuckDB, GeoPandas or rasterio is installed and shows how to read the assets with that.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skills/reading-portolan/SKILL.md (navigate, DuckDB, joins, analysis, PMTiles/MapLibre/deck.gl/Potree) and skills/portolan-consume/SKILL.md (detects DuckDB / GeoPandas / rioxarray / rasterio, then how to read GeoParquet and COG), checked 5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on the next slide,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The community lives in the #portolan channel of the Cloud-Native Geospatial Forum Slack and on the Friday call.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2026-09-05T11:27:41Z</dcterms:created>
  <dcterms:modified xsi:type="dcterms:W3CDTF">2026-09-05T11:27:41Z</dcterms:modified>
</cp:coreProperties>
</file>