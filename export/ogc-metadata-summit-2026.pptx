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ours."
[Click 1]
"STAC does its normal job: it describes and links the same objects, catalog, collection, item, asset. Portolan uses the static side of STAC only: files, no API."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STAC describes the data. Portolan defines how it is published."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https://github.com/portolan-sdi/portolan-spec/blob/main/specs/portolan/core.md (the six families of publishing choices)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2026-09-04T19:15:28Z</dcterms:created>
  <dcterms:modified xsi:type="dcterms:W3CDTF">2026-09-04T19:15:28Z</dcterms:modified>
</cp:coreProperties>
</file>